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927"/>
            <a:ext cx="8771021" cy="438551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竞品对比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1342" y="930673"/>
          <a:ext cx="8121316" cy="914400"/>
        </p:xfrm>
        <a:graphic>
          <a:graphicData uri="http://schemas.openxmlformats.org/drawingml/2006/table">
            <a:tbl>
              <a:tblPr/>
              <a:tblGrid>
                <a:gridCol w="2325742"/>
                <a:gridCol w="2812513"/>
                <a:gridCol w="297493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2FA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品牌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2FA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定位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002FA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价格带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高端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¥¥¥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B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性价比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74151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¥</a:t>
                      </a:r>
                      <a:endParaRPr lang="en-US" sz="7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73092" marR="73092" marT="48728" marB="48728" anchor="t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606581" y="4845718"/>
            <a:ext cx="24364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927"/>
            <a:ext cx="8771021" cy="4385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2026-05-29T16:21:39Z</dcterms:created>
  <dcterms:modified xsi:type="dcterms:W3CDTF">2026-05-29T16:21:39Z</dcterms:modified>
</cp:coreProperties>
</file>