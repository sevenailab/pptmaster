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</p:sldIdLst>
  <p:notesMasterIdLst>
    <p:notesMasterId r:id="rId8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notesMaster" Target="notesMasters/notesMaster1.xml"/><Relationship Id="rId83" Type="http://schemas.openxmlformats.org/officeDocument/2006/relationships/presProps" Target="presProps.xml"/><Relationship Id="rId84" Type="http://schemas.openxmlformats.org/officeDocument/2006/relationships/viewProps" Target="viewProps.xml"/><Relationship Id="rId85" Type="http://schemas.openxmlformats.org/officeDocument/2006/relationships/theme" Target="theme/theme1.xml"/><Relationship Id="rId8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image" Target="../media/image-24-3.png"/><Relationship Id="rId4" Type="http://schemas.openxmlformats.org/officeDocument/2006/relationships/image" Target="../media/image-24-4.svg"/><Relationship Id="rId5" Type="http://schemas.openxmlformats.org/officeDocument/2006/relationships/image" Target="../media/image-24-5.png"/><Relationship Id="rId6" Type="http://schemas.openxmlformats.org/officeDocument/2006/relationships/image" Target="../media/image-24-6.svg"/><Relationship Id="rId7" Type="http://schemas.openxmlformats.org/officeDocument/2006/relationships/image" Target="../media/image-24-7.png"/><Relationship Id="rId8" Type="http://schemas.openxmlformats.org/officeDocument/2006/relationships/image" Target="../media/image-2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image" Target="../media/image-25-7.png"/><Relationship Id="rId8" Type="http://schemas.openxmlformats.org/officeDocument/2006/relationships/image" Target="../media/image-2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image" Target="../media/image-26-5.png"/><Relationship Id="rId6" Type="http://schemas.openxmlformats.org/officeDocument/2006/relationships/image" Target="../media/image-26-6.svg"/><Relationship Id="rId7" Type="http://schemas.openxmlformats.org/officeDocument/2006/relationships/image" Target="../media/image-26-7.png"/><Relationship Id="rId8" Type="http://schemas.openxmlformats.org/officeDocument/2006/relationships/image" Target="../media/image-2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image" Target="../media/image-27-5.png"/><Relationship Id="rId6" Type="http://schemas.openxmlformats.org/officeDocument/2006/relationships/image" Target="../media/image-27-6.svg"/><Relationship Id="rId7" Type="http://schemas.openxmlformats.org/officeDocument/2006/relationships/image" Target="../media/image-27-7.png"/><Relationship Id="rId8" Type="http://schemas.openxmlformats.org/officeDocument/2006/relationships/image" Target="../media/image-2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7" Type="http://schemas.openxmlformats.org/officeDocument/2006/relationships/image" Target="../media/image-28-7.png"/><Relationship Id="rId8" Type="http://schemas.openxmlformats.org/officeDocument/2006/relationships/image" Target="../media/image-2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image" Target="../media/image-30-3.png"/><Relationship Id="rId4" Type="http://schemas.openxmlformats.org/officeDocument/2006/relationships/image" Target="../media/image-30-4.svg"/><Relationship Id="rId5" Type="http://schemas.openxmlformats.org/officeDocument/2006/relationships/image" Target="../media/image-30-5.png"/><Relationship Id="rId6" Type="http://schemas.openxmlformats.org/officeDocument/2006/relationships/image" Target="../media/image-30-6.svg"/><Relationship Id="rId7" Type="http://schemas.openxmlformats.org/officeDocument/2006/relationships/image" Target="../media/image-30-7.png"/><Relationship Id="rId8" Type="http://schemas.openxmlformats.org/officeDocument/2006/relationships/image" Target="../media/image-3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image" Target="../media/image-31-5.png"/><Relationship Id="rId6" Type="http://schemas.openxmlformats.org/officeDocument/2006/relationships/image" Target="../media/image-31-6.svg"/><Relationship Id="rId7" Type="http://schemas.openxmlformats.org/officeDocument/2006/relationships/image" Target="../media/image-31-7.png"/><Relationship Id="rId8" Type="http://schemas.openxmlformats.org/officeDocument/2006/relationships/image" Target="../media/image-3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image" Target="../media/image-32-5.png"/><Relationship Id="rId6" Type="http://schemas.openxmlformats.org/officeDocument/2006/relationships/image" Target="../media/image-32-6.svg"/><Relationship Id="rId7" Type="http://schemas.openxmlformats.org/officeDocument/2006/relationships/image" Target="../media/image-32-7.png"/><Relationship Id="rId8" Type="http://schemas.openxmlformats.org/officeDocument/2006/relationships/image" Target="../media/image-3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svg"/><Relationship Id="rId5" Type="http://schemas.openxmlformats.org/officeDocument/2006/relationships/image" Target="../media/image-33-5.png"/><Relationship Id="rId6" Type="http://schemas.openxmlformats.org/officeDocument/2006/relationships/image" Target="../media/image-33-6.svg"/><Relationship Id="rId7" Type="http://schemas.openxmlformats.org/officeDocument/2006/relationships/image" Target="../media/image-33-7.png"/><Relationship Id="rId8" Type="http://schemas.openxmlformats.org/officeDocument/2006/relationships/image" Target="../media/image-3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image" Target="../media/image-34-3.png"/><Relationship Id="rId4" Type="http://schemas.openxmlformats.org/officeDocument/2006/relationships/image" Target="../media/image-34-4.svg"/><Relationship Id="rId5" Type="http://schemas.openxmlformats.org/officeDocument/2006/relationships/image" Target="../media/image-34-5.png"/><Relationship Id="rId6" Type="http://schemas.openxmlformats.org/officeDocument/2006/relationships/image" Target="../media/image-34-6.svg"/><Relationship Id="rId7" Type="http://schemas.openxmlformats.org/officeDocument/2006/relationships/image" Target="../media/image-34-7.png"/><Relationship Id="rId8" Type="http://schemas.openxmlformats.org/officeDocument/2006/relationships/image" Target="../media/image-3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svg"/><Relationship Id="rId5" Type="http://schemas.openxmlformats.org/officeDocument/2006/relationships/image" Target="../media/image-35-5.png"/><Relationship Id="rId6" Type="http://schemas.openxmlformats.org/officeDocument/2006/relationships/image" Target="../media/image-35-6.svg"/><Relationship Id="rId7" Type="http://schemas.openxmlformats.org/officeDocument/2006/relationships/image" Target="../media/image-35-7.png"/><Relationship Id="rId8" Type="http://schemas.openxmlformats.org/officeDocument/2006/relationships/image" Target="../media/image-3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svg"/><Relationship Id="rId7" Type="http://schemas.openxmlformats.org/officeDocument/2006/relationships/image" Target="../media/image-36-7.png"/><Relationship Id="rId8" Type="http://schemas.openxmlformats.org/officeDocument/2006/relationships/image" Target="../media/image-3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image" Target="../media/image-37-5.png"/><Relationship Id="rId6" Type="http://schemas.openxmlformats.org/officeDocument/2006/relationships/image" Target="../media/image-37-6.svg"/><Relationship Id="rId7" Type="http://schemas.openxmlformats.org/officeDocument/2006/relationships/image" Target="../media/image-37-7.png"/><Relationship Id="rId8" Type="http://schemas.openxmlformats.org/officeDocument/2006/relationships/image" Target="../media/image-3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image" Target="../media/image-38-3.png"/><Relationship Id="rId4" Type="http://schemas.openxmlformats.org/officeDocument/2006/relationships/image" Target="../media/image-38-4.svg"/><Relationship Id="rId5" Type="http://schemas.openxmlformats.org/officeDocument/2006/relationships/image" Target="../media/image-38-5.png"/><Relationship Id="rId6" Type="http://schemas.openxmlformats.org/officeDocument/2006/relationships/image" Target="../media/image-38-6.svg"/><Relationship Id="rId7" Type="http://schemas.openxmlformats.org/officeDocument/2006/relationships/image" Target="../media/image-38-7.png"/><Relationship Id="rId8" Type="http://schemas.openxmlformats.org/officeDocument/2006/relationships/image" Target="../media/image-3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7.png"/><Relationship Id="rId8" Type="http://schemas.openxmlformats.org/officeDocument/2006/relationships/image" Target="../media/image-3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image" Target="../media/image-40-6.svg"/><Relationship Id="rId7" Type="http://schemas.openxmlformats.org/officeDocument/2006/relationships/image" Target="../media/image-40-7.png"/><Relationship Id="rId8" Type="http://schemas.openxmlformats.org/officeDocument/2006/relationships/image" Target="../media/image-4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image" Target="../media/image-41-3.png"/><Relationship Id="rId4" Type="http://schemas.openxmlformats.org/officeDocument/2006/relationships/image" Target="../media/image-41-4.svg"/><Relationship Id="rId5" Type="http://schemas.openxmlformats.org/officeDocument/2006/relationships/image" Target="../media/image-41-5.png"/><Relationship Id="rId6" Type="http://schemas.openxmlformats.org/officeDocument/2006/relationships/image" Target="../media/image-41-6.svg"/><Relationship Id="rId7" Type="http://schemas.openxmlformats.org/officeDocument/2006/relationships/image" Target="../media/image-41-7.png"/><Relationship Id="rId8" Type="http://schemas.openxmlformats.org/officeDocument/2006/relationships/image" Target="../media/image-41-8.svg"/><Relationship Id="rId9" Type="http://schemas.openxmlformats.org/officeDocument/2006/relationships/image" Target="../media/image-41-9.png"/><Relationship Id="rId10" Type="http://schemas.openxmlformats.org/officeDocument/2006/relationships/image" Target="../media/image-4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svg"/><Relationship Id="rId3" Type="http://schemas.openxmlformats.org/officeDocument/2006/relationships/image" Target="../media/image-42-3.png"/><Relationship Id="rId4" Type="http://schemas.openxmlformats.org/officeDocument/2006/relationships/image" Target="../media/image-42-4.svg"/><Relationship Id="rId5" Type="http://schemas.openxmlformats.org/officeDocument/2006/relationships/image" Target="../media/image-42-5.png"/><Relationship Id="rId6" Type="http://schemas.openxmlformats.org/officeDocument/2006/relationships/image" Target="../media/image-42-6.svg"/><Relationship Id="rId7" Type="http://schemas.openxmlformats.org/officeDocument/2006/relationships/image" Target="../media/image-42-7.png"/><Relationship Id="rId8" Type="http://schemas.openxmlformats.org/officeDocument/2006/relationships/image" Target="../media/image-4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svg"/><Relationship Id="rId3" Type="http://schemas.openxmlformats.org/officeDocument/2006/relationships/image" Target="../media/image-43-3.png"/><Relationship Id="rId4" Type="http://schemas.openxmlformats.org/officeDocument/2006/relationships/image" Target="../media/image-43-4.svg"/><Relationship Id="rId5" Type="http://schemas.openxmlformats.org/officeDocument/2006/relationships/image" Target="../media/image-43-5.png"/><Relationship Id="rId6" Type="http://schemas.openxmlformats.org/officeDocument/2006/relationships/image" Target="../media/image-43-6.svg"/><Relationship Id="rId7" Type="http://schemas.openxmlformats.org/officeDocument/2006/relationships/image" Target="../media/image-43-7.png"/><Relationship Id="rId8" Type="http://schemas.openxmlformats.org/officeDocument/2006/relationships/image" Target="../media/image-4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svg"/><Relationship Id="rId3" Type="http://schemas.openxmlformats.org/officeDocument/2006/relationships/image" Target="../media/image-44-3.png"/><Relationship Id="rId4" Type="http://schemas.openxmlformats.org/officeDocument/2006/relationships/image" Target="../media/image-44-4.svg"/><Relationship Id="rId5" Type="http://schemas.openxmlformats.org/officeDocument/2006/relationships/image" Target="../media/image-44-5.png"/><Relationship Id="rId6" Type="http://schemas.openxmlformats.org/officeDocument/2006/relationships/image" Target="../media/image-44-6.svg"/><Relationship Id="rId7" Type="http://schemas.openxmlformats.org/officeDocument/2006/relationships/image" Target="../media/image-44-7.png"/><Relationship Id="rId8" Type="http://schemas.openxmlformats.org/officeDocument/2006/relationships/image" Target="../media/image-4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image" Target="../media/image-45-2.svg"/><Relationship Id="rId3" Type="http://schemas.openxmlformats.org/officeDocument/2006/relationships/image" Target="../media/image-45-3.png"/><Relationship Id="rId4" Type="http://schemas.openxmlformats.org/officeDocument/2006/relationships/image" Target="../media/image-45-4.svg"/><Relationship Id="rId5" Type="http://schemas.openxmlformats.org/officeDocument/2006/relationships/image" Target="../media/image-45-5.png"/><Relationship Id="rId6" Type="http://schemas.openxmlformats.org/officeDocument/2006/relationships/image" Target="../media/image-45-6.svg"/><Relationship Id="rId7" Type="http://schemas.openxmlformats.org/officeDocument/2006/relationships/image" Target="../media/image-45-7.png"/><Relationship Id="rId8" Type="http://schemas.openxmlformats.org/officeDocument/2006/relationships/image" Target="../media/image-4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svg"/><Relationship Id="rId3" Type="http://schemas.openxmlformats.org/officeDocument/2006/relationships/image" Target="../media/image-46-3.png"/><Relationship Id="rId4" Type="http://schemas.openxmlformats.org/officeDocument/2006/relationships/image" Target="../media/image-46-4.svg"/><Relationship Id="rId5" Type="http://schemas.openxmlformats.org/officeDocument/2006/relationships/image" Target="../media/image-46-5.png"/><Relationship Id="rId6" Type="http://schemas.openxmlformats.org/officeDocument/2006/relationships/image" Target="../media/image-46-6.svg"/><Relationship Id="rId7" Type="http://schemas.openxmlformats.org/officeDocument/2006/relationships/image" Target="../media/image-46-7.png"/><Relationship Id="rId8" Type="http://schemas.openxmlformats.org/officeDocument/2006/relationships/image" Target="../media/image-4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svg"/><Relationship Id="rId3" Type="http://schemas.openxmlformats.org/officeDocument/2006/relationships/image" Target="../media/image-47-3.png"/><Relationship Id="rId4" Type="http://schemas.openxmlformats.org/officeDocument/2006/relationships/image" Target="../media/image-47-4.svg"/><Relationship Id="rId5" Type="http://schemas.openxmlformats.org/officeDocument/2006/relationships/image" Target="../media/image-47-5.png"/><Relationship Id="rId6" Type="http://schemas.openxmlformats.org/officeDocument/2006/relationships/image" Target="../media/image-47-6.svg"/><Relationship Id="rId7" Type="http://schemas.openxmlformats.org/officeDocument/2006/relationships/image" Target="../media/image-47-7.png"/><Relationship Id="rId8" Type="http://schemas.openxmlformats.org/officeDocument/2006/relationships/image" Target="../media/image-47-8.svg"/><Relationship Id="rId9" Type="http://schemas.openxmlformats.org/officeDocument/2006/relationships/image" Target="../media/image-47-9.png"/><Relationship Id="rId10" Type="http://schemas.openxmlformats.org/officeDocument/2006/relationships/image" Target="../media/image-47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svg"/><Relationship Id="rId3" Type="http://schemas.openxmlformats.org/officeDocument/2006/relationships/image" Target="../media/image-48-3.png"/><Relationship Id="rId4" Type="http://schemas.openxmlformats.org/officeDocument/2006/relationships/image" Target="../media/image-48-4.svg"/><Relationship Id="rId5" Type="http://schemas.openxmlformats.org/officeDocument/2006/relationships/image" Target="../media/image-48-5.png"/><Relationship Id="rId6" Type="http://schemas.openxmlformats.org/officeDocument/2006/relationships/image" Target="../media/image-48-6.svg"/><Relationship Id="rId7" Type="http://schemas.openxmlformats.org/officeDocument/2006/relationships/image" Target="../media/image-48-7.png"/><Relationship Id="rId8" Type="http://schemas.openxmlformats.org/officeDocument/2006/relationships/image" Target="../media/image-4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image" Target="../media/image-49-2.svg"/><Relationship Id="rId3" Type="http://schemas.openxmlformats.org/officeDocument/2006/relationships/image" Target="../media/image-49-3.png"/><Relationship Id="rId4" Type="http://schemas.openxmlformats.org/officeDocument/2006/relationships/image" Target="../media/image-49-4.svg"/><Relationship Id="rId5" Type="http://schemas.openxmlformats.org/officeDocument/2006/relationships/image" Target="../media/image-49-5.png"/><Relationship Id="rId6" Type="http://schemas.openxmlformats.org/officeDocument/2006/relationships/image" Target="../media/image-49-6.svg"/><Relationship Id="rId7" Type="http://schemas.openxmlformats.org/officeDocument/2006/relationships/image" Target="../media/image-49-7.png"/><Relationship Id="rId8" Type="http://schemas.openxmlformats.org/officeDocument/2006/relationships/image" Target="../media/image-4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svg"/><Relationship Id="rId3" Type="http://schemas.openxmlformats.org/officeDocument/2006/relationships/image" Target="../media/image-50-3.png"/><Relationship Id="rId4" Type="http://schemas.openxmlformats.org/officeDocument/2006/relationships/image" Target="../media/image-50-4.svg"/><Relationship Id="rId5" Type="http://schemas.openxmlformats.org/officeDocument/2006/relationships/image" Target="../media/image-50-5.png"/><Relationship Id="rId6" Type="http://schemas.openxmlformats.org/officeDocument/2006/relationships/image" Target="../media/image-50-6.svg"/><Relationship Id="rId7" Type="http://schemas.openxmlformats.org/officeDocument/2006/relationships/image" Target="../media/image-50-7.png"/><Relationship Id="rId8" Type="http://schemas.openxmlformats.org/officeDocument/2006/relationships/image" Target="../media/image-5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image" Target="../media/image-51-2.svg"/><Relationship Id="rId3" Type="http://schemas.openxmlformats.org/officeDocument/2006/relationships/image" Target="../media/image-51-3.png"/><Relationship Id="rId4" Type="http://schemas.openxmlformats.org/officeDocument/2006/relationships/image" Target="../media/image-51-4.svg"/><Relationship Id="rId5" Type="http://schemas.openxmlformats.org/officeDocument/2006/relationships/image" Target="../media/image-51-5.png"/><Relationship Id="rId6" Type="http://schemas.openxmlformats.org/officeDocument/2006/relationships/image" Target="../media/image-51-6.svg"/><Relationship Id="rId7" Type="http://schemas.openxmlformats.org/officeDocument/2006/relationships/image" Target="../media/image-51-7.png"/><Relationship Id="rId8" Type="http://schemas.openxmlformats.org/officeDocument/2006/relationships/image" Target="../media/image-5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svg"/><Relationship Id="rId3" Type="http://schemas.openxmlformats.org/officeDocument/2006/relationships/image" Target="../media/image-52-3.png"/><Relationship Id="rId4" Type="http://schemas.openxmlformats.org/officeDocument/2006/relationships/image" Target="../media/image-52-4.svg"/><Relationship Id="rId5" Type="http://schemas.openxmlformats.org/officeDocument/2006/relationships/image" Target="../media/image-52-5.png"/><Relationship Id="rId6" Type="http://schemas.openxmlformats.org/officeDocument/2006/relationships/image" Target="../media/image-52-6.svg"/><Relationship Id="rId7" Type="http://schemas.openxmlformats.org/officeDocument/2006/relationships/image" Target="../media/image-52-7.png"/><Relationship Id="rId8" Type="http://schemas.openxmlformats.org/officeDocument/2006/relationships/image" Target="../media/image-5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image" Target="../media/image-53-2.svg"/><Relationship Id="rId3" Type="http://schemas.openxmlformats.org/officeDocument/2006/relationships/image" Target="../media/image-53-3.png"/><Relationship Id="rId4" Type="http://schemas.openxmlformats.org/officeDocument/2006/relationships/image" Target="../media/image-53-4.svg"/><Relationship Id="rId5" Type="http://schemas.openxmlformats.org/officeDocument/2006/relationships/image" Target="../media/image-53-5.png"/><Relationship Id="rId6" Type="http://schemas.openxmlformats.org/officeDocument/2006/relationships/image" Target="../media/image-53-6.svg"/><Relationship Id="rId7" Type="http://schemas.openxmlformats.org/officeDocument/2006/relationships/image" Target="../media/image-53-7.png"/><Relationship Id="rId8" Type="http://schemas.openxmlformats.org/officeDocument/2006/relationships/image" Target="../media/image-5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svg"/><Relationship Id="rId3" Type="http://schemas.openxmlformats.org/officeDocument/2006/relationships/image" Target="../media/image-54-3.png"/><Relationship Id="rId4" Type="http://schemas.openxmlformats.org/officeDocument/2006/relationships/image" Target="../media/image-54-4.svg"/><Relationship Id="rId5" Type="http://schemas.openxmlformats.org/officeDocument/2006/relationships/image" Target="../media/image-54-5.png"/><Relationship Id="rId6" Type="http://schemas.openxmlformats.org/officeDocument/2006/relationships/image" Target="../media/image-54-6.svg"/><Relationship Id="rId7" Type="http://schemas.openxmlformats.org/officeDocument/2006/relationships/image" Target="../media/image-54-7.png"/><Relationship Id="rId8" Type="http://schemas.openxmlformats.org/officeDocument/2006/relationships/image" Target="../media/image-54-8.svg"/><Relationship Id="rId9" Type="http://schemas.openxmlformats.org/officeDocument/2006/relationships/image" Target="../media/image-54-9.png"/><Relationship Id="rId10" Type="http://schemas.openxmlformats.org/officeDocument/2006/relationships/image" Target="../media/image-5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image" Target="../media/image-55-2.svg"/><Relationship Id="rId3" Type="http://schemas.openxmlformats.org/officeDocument/2006/relationships/image" Target="../media/image-55-3.png"/><Relationship Id="rId4" Type="http://schemas.openxmlformats.org/officeDocument/2006/relationships/image" Target="../media/image-55-4.svg"/><Relationship Id="rId5" Type="http://schemas.openxmlformats.org/officeDocument/2006/relationships/image" Target="../media/image-55-5.png"/><Relationship Id="rId6" Type="http://schemas.openxmlformats.org/officeDocument/2006/relationships/image" Target="../media/image-55-6.svg"/><Relationship Id="rId7" Type="http://schemas.openxmlformats.org/officeDocument/2006/relationships/image" Target="../media/image-55-7.png"/><Relationship Id="rId8" Type="http://schemas.openxmlformats.org/officeDocument/2006/relationships/image" Target="../media/image-5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image" Target="../media/image-56-2.svg"/><Relationship Id="rId3" Type="http://schemas.openxmlformats.org/officeDocument/2006/relationships/image" Target="../media/image-56-3.png"/><Relationship Id="rId4" Type="http://schemas.openxmlformats.org/officeDocument/2006/relationships/image" Target="../media/image-56-4.svg"/><Relationship Id="rId5" Type="http://schemas.openxmlformats.org/officeDocument/2006/relationships/image" Target="../media/image-56-5.png"/><Relationship Id="rId6" Type="http://schemas.openxmlformats.org/officeDocument/2006/relationships/image" Target="../media/image-56-6.svg"/><Relationship Id="rId7" Type="http://schemas.openxmlformats.org/officeDocument/2006/relationships/image" Target="../media/image-56-7.png"/><Relationship Id="rId8" Type="http://schemas.openxmlformats.org/officeDocument/2006/relationships/image" Target="../media/image-5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image" Target="../media/image-57-2.svg"/><Relationship Id="rId3" Type="http://schemas.openxmlformats.org/officeDocument/2006/relationships/image" Target="../media/image-57-3.png"/><Relationship Id="rId4" Type="http://schemas.openxmlformats.org/officeDocument/2006/relationships/image" Target="../media/image-57-4.svg"/><Relationship Id="rId5" Type="http://schemas.openxmlformats.org/officeDocument/2006/relationships/image" Target="../media/image-57-5.png"/><Relationship Id="rId6" Type="http://schemas.openxmlformats.org/officeDocument/2006/relationships/image" Target="../media/image-57-6.svg"/><Relationship Id="rId7" Type="http://schemas.openxmlformats.org/officeDocument/2006/relationships/image" Target="../media/image-57-7.png"/><Relationship Id="rId8" Type="http://schemas.openxmlformats.org/officeDocument/2006/relationships/image" Target="../media/image-5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svg"/><Relationship Id="rId3" Type="http://schemas.openxmlformats.org/officeDocument/2006/relationships/image" Target="../media/image-58-3.png"/><Relationship Id="rId4" Type="http://schemas.openxmlformats.org/officeDocument/2006/relationships/image" Target="../media/image-58-4.svg"/><Relationship Id="rId5" Type="http://schemas.openxmlformats.org/officeDocument/2006/relationships/image" Target="../media/image-58-5.png"/><Relationship Id="rId6" Type="http://schemas.openxmlformats.org/officeDocument/2006/relationships/image" Target="../media/image-58-6.svg"/><Relationship Id="rId7" Type="http://schemas.openxmlformats.org/officeDocument/2006/relationships/image" Target="../media/image-58-7.png"/><Relationship Id="rId8" Type="http://schemas.openxmlformats.org/officeDocument/2006/relationships/image" Target="../media/image-5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image" Target="../media/image-59-2.svg"/><Relationship Id="rId3" Type="http://schemas.openxmlformats.org/officeDocument/2006/relationships/image" Target="../media/image-59-3.png"/><Relationship Id="rId4" Type="http://schemas.openxmlformats.org/officeDocument/2006/relationships/image" Target="../media/image-59-4.svg"/><Relationship Id="rId5" Type="http://schemas.openxmlformats.org/officeDocument/2006/relationships/image" Target="../media/image-59-5.png"/><Relationship Id="rId6" Type="http://schemas.openxmlformats.org/officeDocument/2006/relationships/image" Target="../media/image-59-6.svg"/><Relationship Id="rId7" Type="http://schemas.openxmlformats.org/officeDocument/2006/relationships/image" Target="../media/image-59-7.png"/><Relationship Id="rId8" Type="http://schemas.openxmlformats.org/officeDocument/2006/relationships/image" Target="../media/image-5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image" Target="../media/image-60-2.svg"/><Relationship Id="rId3" Type="http://schemas.openxmlformats.org/officeDocument/2006/relationships/image" Target="../media/image-60-3.png"/><Relationship Id="rId4" Type="http://schemas.openxmlformats.org/officeDocument/2006/relationships/image" Target="../media/image-60-4.svg"/><Relationship Id="rId5" Type="http://schemas.openxmlformats.org/officeDocument/2006/relationships/image" Target="../media/image-60-5.png"/><Relationship Id="rId6" Type="http://schemas.openxmlformats.org/officeDocument/2006/relationships/image" Target="../media/image-60-6.svg"/><Relationship Id="rId7" Type="http://schemas.openxmlformats.org/officeDocument/2006/relationships/image" Target="../media/image-60-7.png"/><Relationship Id="rId8" Type="http://schemas.openxmlformats.org/officeDocument/2006/relationships/image" Target="../media/image-6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image" Target="../media/image-61-2.svg"/><Relationship Id="rId3" Type="http://schemas.openxmlformats.org/officeDocument/2006/relationships/image" Target="../media/image-61-3.png"/><Relationship Id="rId4" Type="http://schemas.openxmlformats.org/officeDocument/2006/relationships/image" Target="../media/image-61-4.svg"/><Relationship Id="rId5" Type="http://schemas.openxmlformats.org/officeDocument/2006/relationships/image" Target="../media/image-61-5.png"/><Relationship Id="rId6" Type="http://schemas.openxmlformats.org/officeDocument/2006/relationships/image" Target="../media/image-61-6.svg"/><Relationship Id="rId7" Type="http://schemas.openxmlformats.org/officeDocument/2006/relationships/image" Target="../media/image-61-7.png"/><Relationship Id="rId8" Type="http://schemas.openxmlformats.org/officeDocument/2006/relationships/image" Target="../media/image-6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image" Target="../media/image-62-2.svg"/><Relationship Id="rId3" Type="http://schemas.openxmlformats.org/officeDocument/2006/relationships/image" Target="../media/image-62-3.png"/><Relationship Id="rId4" Type="http://schemas.openxmlformats.org/officeDocument/2006/relationships/image" Target="../media/image-62-4.svg"/><Relationship Id="rId5" Type="http://schemas.openxmlformats.org/officeDocument/2006/relationships/image" Target="../media/image-62-5.png"/><Relationship Id="rId6" Type="http://schemas.openxmlformats.org/officeDocument/2006/relationships/image" Target="../media/image-62-6.svg"/><Relationship Id="rId7" Type="http://schemas.openxmlformats.org/officeDocument/2006/relationships/image" Target="../media/image-62-7.png"/><Relationship Id="rId8" Type="http://schemas.openxmlformats.org/officeDocument/2006/relationships/image" Target="../media/image-62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image" Target="../media/image-63-2.svg"/><Relationship Id="rId3" Type="http://schemas.openxmlformats.org/officeDocument/2006/relationships/image" Target="../media/image-63-3.png"/><Relationship Id="rId4" Type="http://schemas.openxmlformats.org/officeDocument/2006/relationships/image" Target="../media/image-63-4.svg"/><Relationship Id="rId5" Type="http://schemas.openxmlformats.org/officeDocument/2006/relationships/image" Target="../media/image-63-5.png"/><Relationship Id="rId6" Type="http://schemas.openxmlformats.org/officeDocument/2006/relationships/image" Target="../media/image-63-6.svg"/><Relationship Id="rId7" Type="http://schemas.openxmlformats.org/officeDocument/2006/relationships/image" Target="../media/image-63-7.png"/><Relationship Id="rId8" Type="http://schemas.openxmlformats.org/officeDocument/2006/relationships/image" Target="../media/image-63-8.svg"/><Relationship Id="rId9" Type="http://schemas.openxmlformats.org/officeDocument/2006/relationships/image" Target="../media/image-63-9.png"/><Relationship Id="rId10" Type="http://schemas.openxmlformats.org/officeDocument/2006/relationships/image" Target="../media/image-63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svg"/><Relationship Id="rId3" Type="http://schemas.openxmlformats.org/officeDocument/2006/relationships/image" Target="../media/image-64-3.png"/><Relationship Id="rId4" Type="http://schemas.openxmlformats.org/officeDocument/2006/relationships/image" Target="../media/image-64-4.svg"/><Relationship Id="rId5" Type="http://schemas.openxmlformats.org/officeDocument/2006/relationships/image" Target="../media/image-64-5.png"/><Relationship Id="rId6" Type="http://schemas.openxmlformats.org/officeDocument/2006/relationships/image" Target="../media/image-64-6.svg"/><Relationship Id="rId7" Type="http://schemas.openxmlformats.org/officeDocument/2006/relationships/image" Target="../media/image-64-7.png"/><Relationship Id="rId8" Type="http://schemas.openxmlformats.org/officeDocument/2006/relationships/image" Target="../media/image-6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svg"/><Relationship Id="rId3" Type="http://schemas.openxmlformats.org/officeDocument/2006/relationships/image" Target="../media/image-65-3.png"/><Relationship Id="rId4" Type="http://schemas.openxmlformats.org/officeDocument/2006/relationships/image" Target="../media/image-65-4.svg"/><Relationship Id="rId5" Type="http://schemas.openxmlformats.org/officeDocument/2006/relationships/image" Target="../media/image-65-5.png"/><Relationship Id="rId6" Type="http://schemas.openxmlformats.org/officeDocument/2006/relationships/image" Target="../media/image-65-6.svg"/><Relationship Id="rId7" Type="http://schemas.openxmlformats.org/officeDocument/2006/relationships/image" Target="../media/image-65-7.png"/><Relationship Id="rId8" Type="http://schemas.openxmlformats.org/officeDocument/2006/relationships/image" Target="../media/image-6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image" Target="../media/image-66-2.svg"/><Relationship Id="rId3" Type="http://schemas.openxmlformats.org/officeDocument/2006/relationships/image" Target="../media/image-66-3.png"/><Relationship Id="rId4" Type="http://schemas.openxmlformats.org/officeDocument/2006/relationships/image" Target="../media/image-66-4.svg"/><Relationship Id="rId5" Type="http://schemas.openxmlformats.org/officeDocument/2006/relationships/image" Target="../media/image-66-5.png"/><Relationship Id="rId6" Type="http://schemas.openxmlformats.org/officeDocument/2006/relationships/image" Target="../media/image-66-6.svg"/><Relationship Id="rId7" Type="http://schemas.openxmlformats.org/officeDocument/2006/relationships/image" Target="../media/image-66-7.png"/><Relationship Id="rId8" Type="http://schemas.openxmlformats.org/officeDocument/2006/relationships/image" Target="../media/image-6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image" Target="../media/image-67-2.svg"/><Relationship Id="rId3" Type="http://schemas.openxmlformats.org/officeDocument/2006/relationships/image" Target="../media/image-67-3.png"/><Relationship Id="rId4" Type="http://schemas.openxmlformats.org/officeDocument/2006/relationships/image" Target="../media/image-67-4.svg"/><Relationship Id="rId5" Type="http://schemas.openxmlformats.org/officeDocument/2006/relationships/image" Target="../media/image-67-5.png"/><Relationship Id="rId6" Type="http://schemas.openxmlformats.org/officeDocument/2006/relationships/image" Target="../media/image-67-6.svg"/><Relationship Id="rId7" Type="http://schemas.openxmlformats.org/officeDocument/2006/relationships/image" Target="../media/image-67-7.png"/><Relationship Id="rId8" Type="http://schemas.openxmlformats.org/officeDocument/2006/relationships/image" Target="../media/image-6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image" Target="../media/image-68-2.svg"/><Relationship Id="rId3" Type="http://schemas.openxmlformats.org/officeDocument/2006/relationships/image" Target="../media/image-68-3.png"/><Relationship Id="rId4" Type="http://schemas.openxmlformats.org/officeDocument/2006/relationships/image" Target="../media/image-68-4.svg"/><Relationship Id="rId5" Type="http://schemas.openxmlformats.org/officeDocument/2006/relationships/image" Target="../media/image-68-5.png"/><Relationship Id="rId6" Type="http://schemas.openxmlformats.org/officeDocument/2006/relationships/image" Target="../media/image-68-6.svg"/><Relationship Id="rId7" Type="http://schemas.openxmlformats.org/officeDocument/2006/relationships/image" Target="../media/image-68-7.png"/><Relationship Id="rId8" Type="http://schemas.openxmlformats.org/officeDocument/2006/relationships/image" Target="../media/image-6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image" Target="../media/image-69-2.svg"/><Relationship Id="rId3" Type="http://schemas.openxmlformats.org/officeDocument/2006/relationships/image" Target="../media/image-69-3.png"/><Relationship Id="rId4" Type="http://schemas.openxmlformats.org/officeDocument/2006/relationships/image" Target="../media/image-69-4.svg"/><Relationship Id="rId5" Type="http://schemas.openxmlformats.org/officeDocument/2006/relationships/image" Target="../media/image-69-5.png"/><Relationship Id="rId6" Type="http://schemas.openxmlformats.org/officeDocument/2006/relationships/image" Target="../media/image-69-6.svg"/><Relationship Id="rId7" Type="http://schemas.openxmlformats.org/officeDocument/2006/relationships/image" Target="../media/image-69-7.png"/><Relationship Id="rId8" Type="http://schemas.openxmlformats.org/officeDocument/2006/relationships/image" Target="../media/image-6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svg"/><Relationship Id="rId3" Type="http://schemas.openxmlformats.org/officeDocument/2006/relationships/image" Target="../media/image-70-3.png"/><Relationship Id="rId4" Type="http://schemas.openxmlformats.org/officeDocument/2006/relationships/image" Target="../media/image-70-4.svg"/><Relationship Id="rId5" Type="http://schemas.openxmlformats.org/officeDocument/2006/relationships/image" Target="../media/image-70-5.png"/><Relationship Id="rId6" Type="http://schemas.openxmlformats.org/officeDocument/2006/relationships/image" Target="../media/image-70-6.svg"/><Relationship Id="rId7" Type="http://schemas.openxmlformats.org/officeDocument/2006/relationships/image" Target="../media/image-70-7.png"/><Relationship Id="rId8" Type="http://schemas.openxmlformats.org/officeDocument/2006/relationships/image" Target="../media/image-7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image" Target="../media/image-71-2.svg"/><Relationship Id="rId3" Type="http://schemas.openxmlformats.org/officeDocument/2006/relationships/image" Target="../media/image-71-3.png"/><Relationship Id="rId4" Type="http://schemas.openxmlformats.org/officeDocument/2006/relationships/image" Target="../media/image-71-4.svg"/><Relationship Id="rId5" Type="http://schemas.openxmlformats.org/officeDocument/2006/relationships/image" Target="../media/image-71-5.png"/><Relationship Id="rId6" Type="http://schemas.openxmlformats.org/officeDocument/2006/relationships/image" Target="../media/image-71-6.svg"/><Relationship Id="rId7" Type="http://schemas.openxmlformats.org/officeDocument/2006/relationships/image" Target="../media/image-71-7.png"/><Relationship Id="rId8" Type="http://schemas.openxmlformats.org/officeDocument/2006/relationships/image" Target="../media/image-7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image" Target="../media/image-72-2.svg"/><Relationship Id="rId3" Type="http://schemas.openxmlformats.org/officeDocument/2006/relationships/image" Target="../media/image-72-3.png"/><Relationship Id="rId4" Type="http://schemas.openxmlformats.org/officeDocument/2006/relationships/image" Target="../media/image-72-4.svg"/><Relationship Id="rId5" Type="http://schemas.openxmlformats.org/officeDocument/2006/relationships/image" Target="../media/image-72-5.png"/><Relationship Id="rId6" Type="http://schemas.openxmlformats.org/officeDocument/2006/relationships/image" Target="../media/image-72-6.svg"/><Relationship Id="rId7" Type="http://schemas.openxmlformats.org/officeDocument/2006/relationships/image" Target="../media/image-72-7.png"/><Relationship Id="rId8" Type="http://schemas.openxmlformats.org/officeDocument/2006/relationships/image" Target="../media/image-72-8.svg"/><Relationship Id="rId9" Type="http://schemas.openxmlformats.org/officeDocument/2006/relationships/image" Target="../media/image-72-9.png"/><Relationship Id="rId10" Type="http://schemas.openxmlformats.org/officeDocument/2006/relationships/image" Target="../media/image-7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image" Target="../media/image-73-2.svg"/><Relationship Id="rId3" Type="http://schemas.openxmlformats.org/officeDocument/2006/relationships/image" Target="../media/image-73-3.png"/><Relationship Id="rId4" Type="http://schemas.openxmlformats.org/officeDocument/2006/relationships/image" Target="../media/image-73-4.svg"/><Relationship Id="rId5" Type="http://schemas.openxmlformats.org/officeDocument/2006/relationships/image" Target="../media/image-73-5.png"/><Relationship Id="rId6" Type="http://schemas.openxmlformats.org/officeDocument/2006/relationships/image" Target="../media/image-73-6.svg"/><Relationship Id="rId7" Type="http://schemas.openxmlformats.org/officeDocument/2006/relationships/image" Target="../media/image-73-7.png"/><Relationship Id="rId8" Type="http://schemas.openxmlformats.org/officeDocument/2006/relationships/image" Target="../media/image-73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image" Target="../media/image-74-2.svg"/><Relationship Id="rId3" Type="http://schemas.openxmlformats.org/officeDocument/2006/relationships/image" Target="../media/image-74-3.png"/><Relationship Id="rId4" Type="http://schemas.openxmlformats.org/officeDocument/2006/relationships/image" Target="../media/image-74-4.svg"/><Relationship Id="rId5" Type="http://schemas.openxmlformats.org/officeDocument/2006/relationships/image" Target="../media/image-74-5.png"/><Relationship Id="rId6" Type="http://schemas.openxmlformats.org/officeDocument/2006/relationships/image" Target="../media/image-74-6.svg"/><Relationship Id="rId7" Type="http://schemas.openxmlformats.org/officeDocument/2006/relationships/image" Target="../media/image-74-7.png"/><Relationship Id="rId8" Type="http://schemas.openxmlformats.org/officeDocument/2006/relationships/image" Target="../media/image-7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svg"/><Relationship Id="rId3" Type="http://schemas.openxmlformats.org/officeDocument/2006/relationships/image" Target="../media/image-75-3.png"/><Relationship Id="rId4" Type="http://schemas.openxmlformats.org/officeDocument/2006/relationships/image" Target="../media/image-75-4.svg"/><Relationship Id="rId5" Type="http://schemas.openxmlformats.org/officeDocument/2006/relationships/image" Target="../media/image-75-5.png"/><Relationship Id="rId6" Type="http://schemas.openxmlformats.org/officeDocument/2006/relationships/image" Target="../media/image-75-6.svg"/><Relationship Id="rId7" Type="http://schemas.openxmlformats.org/officeDocument/2006/relationships/image" Target="../media/image-75-7.png"/><Relationship Id="rId8" Type="http://schemas.openxmlformats.org/officeDocument/2006/relationships/image" Target="../media/image-7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image" Target="../media/image-76-2.svg"/><Relationship Id="rId3" Type="http://schemas.openxmlformats.org/officeDocument/2006/relationships/image" Target="../media/image-76-3.png"/><Relationship Id="rId4" Type="http://schemas.openxmlformats.org/officeDocument/2006/relationships/image" Target="../media/image-76-4.svg"/><Relationship Id="rId5" Type="http://schemas.openxmlformats.org/officeDocument/2006/relationships/image" Target="../media/image-76-5.png"/><Relationship Id="rId6" Type="http://schemas.openxmlformats.org/officeDocument/2006/relationships/image" Target="../media/image-76-6.svg"/><Relationship Id="rId7" Type="http://schemas.openxmlformats.org/officeDocument/2006/relationships/image" Target="../media/image-76-7.png"/><Relationship Id="rId8" Type="http://schemas.openxmlformats.org/officeDocument/2006/relationships/image" Target="../media/image-7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image" Target="../media/image-77-2.svg"/><Relationship Id="rId3" Type="http://schemas.openxmlformats.org/officeDocument/2006/relationships/image" Target="../media/image-77-3.png"/><Relationship Id="rId4" Type="http://schemas.openxmlformats.org/officeDocument/2006/relationships/image" Target="../media/image-77-4.svg"/><Relationship Id="rId5" Type="http://schemas.openxmlformats.org/officeDocument/2006/relationships/image" Target="../media/image-77-5.png"/><Relationship Id="rId6" Type="http://schemas.openxmlformats.org/officeDocument/2006/relationships/image" Target="../media/image-77-6.svg"/><Relationship Id="rId7" Type="http://schemas.openxmlformats.org/officeDocument/2006/relationships/image" Target="../media/image-77-7.png"/><Relationship Id="rId8" Type="http://schemas.openxmlformats.org/officeDocument/2006/relationships/image" Target="../media/image-7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image" Target="../media/image-78-2.svg"/><Relationship Id="rId3" Type="http://schemas.openxmlformats.org/officeDocument/2006/relationships/image" Target="../media/image-78-3.png"/><Relationship Id="rId4" Type="http://schemas.openxmlformats.org/officeDocument/2006/relationships/image" Target="../media/image-78-4.svg"/><Relationship Id="rId5" Type="http://schemas.openxmlformats.org/officeDocument/2006/relationships/image" Target="../media/image-78-5.png"/><Relationship Id="rId6" Type="http://schemas.openxmlformats.org/officeDocument/2006/relationships/image" Target="../media/image-78-6.svg"/><Relationship Id="rId7" Type="http://schemas.openxmlformats.org/officeDocument/2006/relationships/image" Target="../media/image-78-7.png"/><Relationship Id="rId8" Type="http://schemas.openxmlformats.org/officeDocument/2006/relationships/image" Target="../media/image-78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image" Target="../media/image-79-2.svg"/><Relationship Id="rId3" Type="http://schemas.openxmlformats.org/officeDocument/2006/relationships/image" Target="../media/image-79-3.png"/><Relationship Id="rId4" Type="http://schemas.openxmlformats.org/officeDocument/2006/relationships/image" Target="../media/image-79-4.svg"/><Relationship Id="rId5" Type="http://schemas.openxmlformats.org/officeDocument/2006/relationships/image" Target="../media/image-79-5.png"/><Relationship Id="rId6" Type="http://schemas.openxmlformats.org/officeDocument/2006/relationships/image" Target="../media/image-79-6.svg"/><Relationship Id="rId7" Type="http://schemas.openxmlformats.org/officeDocument/2006/relationships/image" Target="../media/image-79-7.png"/><Relationship Id="rId8" Type="http://schemas.openxmlformats.org/officeDocument/2006/relationships/image" Target="../media/image-7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image" Target="../media/image-80-2.svg"/><Relationship Id="rId3" Type="http://schemas.openxmlformats.org/officeDocument/2006/relationships/image" Target="../media/image-80-3.png"/><Relationship Id="rId4" Type="http://schemas.openxmlformats.org/officeDocument/2006/relationships/image" Target="../media/image-80-4.svg"/><Relationship Id="rId5" Type="http://schemas.openxmlformats.org/officeDocument/2006/relationships/image" Target="../media/image-80-5.png"/><Relationship Id="rId6" Type="http://schemas.openxmlformats.org/officeDocument/2006/relationships/image" Target="../media/image-80-6.svg"/><Relationship Id="rId7" Type="http://schemas.openxmlformats.org/officeDocument/2006/relationships/image" Target="../media/image-80-7.png"/><Relationship Id="rId8" Type="http://schemas.openxmlformats.org/officeDocument/2006/relationships/image" Target="../media/image-80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BRIEF 指向同一个判断:PPTAgent 不是做 PPT 的工具,而是把品牌策划工作产品化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BRIEF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0-1 启动 需要先校准新品类,再谈增长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产品形态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/ 6 个品牌策略 Sub-Agent / 咨询级品牌全案 HTML 横向翻页 PPT / Seven 私有方法论资产库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交付结果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咨询级品牌全案 HTML 横向翻页 PPT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606581" y="4845718"/>
            <a:ext cx="24364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应进入“品牌策划方案 Agent”赛道,而不是通用 AI PPT 赛道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客户行业卡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行业边界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Agent / 品牌策划工具 / AI 生成 PPT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价值边界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用户买的不是页面生成,而是品牌判断和方案结构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CONTENTS 必须按咨询提案路径推进,不是按模型库罗列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CONTENTS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为什么现在必须重新定位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行业、竞争、消费者和自身四线诊断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定位语句、沟通落地和触点节奏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11342" y="3022927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463" y="3029462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9463" y="3306539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回收到品牌屋与一句话结论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463" y="3029462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的定位升级不是换一句口号,而是避免被误归类为 AI PPT 工具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品牌定位的升级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表层问题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用户容易拿它和 Gamma、AiPPT、WPS AI 比生成效率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深层问题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品牌策划方案需要判断链、案例结构和可追溯证据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升级方向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从“生成演示文稿”升到“生成品牌全案”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工具拥挤反而给垂直品牌策划留下专业窗口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行业复苏窗口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通用工具正在抢“更快做页”的心智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甲方市场部真正缺的是“从资料到策略判断”的中间层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垂直 Agent 可以把Seven 私有资产变成产品护城河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不能和 Gamma / WPS AIslides / AiPPT / ChatPPT 正面比模板,必须换竞争维度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并非唯一选手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 AI PPT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强在生成速度和视觉模板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办公套件 AI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强在生态入口和文档协同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 4A / 咨询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强在判断经验,弱在成本和交付周期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有且只有一个目标:让市场部把 PPTAgent 记成“品牌全案 Agent”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有且只有一个目标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不争“最快生成 PPT”这个泛办公心智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先占“品牌策划方案”这个高价值任务心智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59344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</a:t>
            </a:r>
            <a:endParaRPr lang="en-US" sz="5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基建层已经具备从方法论资产到 Agent 流程的产品化条件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基建层盘点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/ 6 个品牌策略 Sub-Agent / 咨询级品牌全案 HTML 横向翻页 PPT / Seven 私有方法论资产库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Agent 工作流覆盖行业、竞品、消费者、定位、建设和规划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HTML 横向翻页 PPT 能被链接分享和持续迭代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业务层的上限不在页面生成,而在能否替代基础提案工作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业务层盘点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低价值路径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做成又一个 AI PPT 工具,进入模板和价格竞争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高价值路径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替代 4A 公司基础研究、策略框架和初版方案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商业焦点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卖“品牌方案能力”,而不是卖“幻灯片数量”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91607" y="4845718"/>
            <a:ext cx="40607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运营层冷启动要先证明一个样板方案,再放大获客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运营层盘点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当前短板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新品牌尚未形成可信心智和案例证明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先做验证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 PPTAgent 自身 demo 跑出可被目标用户审阅的品牌定位案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再做增长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把样板案例转成官网、种草内容和销售演示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核心问题不是“PPTAgent 怎么介绍自己”,而是怎样摆脱 AI PPT 红海心智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「核心问题」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错误归类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如果用户只看到 PPT,就会拿它和模板工具比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正确归类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如果用户看到判断链,才会把它视为品牌策划方案 Agent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战略缺口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新品类表达、证据链和可视化交付必须同场出现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76507" y="4845718"/>
            <a:ext cx="56849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11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解决思路是先改品类框架,再用证据链支撑定位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「解决思路」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品类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 AI PPT 工具改为品牌策划方案 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人群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先服务 甲方品牌方 / 市场部人员,再外溢到策划顾问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+ 6 个品牌策略 Sub-Agent + 咨询级品牌全案 HTML 横向翻页 PPT + Seven 私有方法论资产库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项目背景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研究策略应持续回答同一个根问题:为什么它能替代基础品牌提案工作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研究策略思路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通用生成工具拥挤,垂直策划仍有空位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竞争线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传统服务贵且慢,通用工具浅且泛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用户线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市场部需要能汇报、能讨论、能修改的方案初稿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13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2 的任务不是铺资料,而是证明新品类值得被占住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2 · 分析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先看市场窗口,判断垂直品牌策划是否成立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再看竞品边界,找到不可硬碰的维度和可抢空位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最后回到自身资产,证明定位不是空口号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14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市场扫描显示:通用 AI PPT 已成熟,垂直策略 Agent 才有差异化入口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「市场扫描」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通用工具供给充足,用户对“能生成页面”不再稀缺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品牌策划任务仍需要行业、竞品、消费者和定位推导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机会点在“专业判断自动化”,而不是“页面自动化”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市场结构已经从“谁能生成”转向“谁更懂具体业务场景”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「市场扫描」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Gamma / WPS AI / ChatPPT 满足快速成稿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品牌策划仍依赖方法论、案例和顾问判断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应成为效率工具和咨询服务之间的新层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16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高价值细分不是泛办公人群,而是频繁做品牌方案的市场部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「市场扫描」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任务高频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定位、升级、年度规划、招商和内部汇报反复发生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专业门槛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他们懂业务,但不一定能搭出咨询级提案结构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付费理由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节省外包前期成本,提高内部方案质量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7434" y="4845718"/>
            <a:ext cx="64971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17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品类进化路径应从“AI 生成 PPT”走向“AI 生成品牌全案”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「市场扫描」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第一代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模板和版式自动化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第二代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文档到演示的内容压缩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第三代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围绕垂直任务的方案推导与交付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18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竞争格局可分为效率工具、办公生态和专业服务三类玩家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「竞争态势」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效率工具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解决快和好看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办公生态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解决入口和协同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专业服务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解决判断和可信度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19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头部 AI PPT 工具强在生成体验,弱在品牌策划判断链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「竞争态势」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Gamma / Beautiful.ai:更像演示生成和叙事编辑工具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WPS AI / Office Copilot:更像办公生产力入口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它们不会默认输出行业、竞品、消费者、定位到品牌屋的完整链路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 4A 和咨询公司仍是专业替代物,但基础提案环节可被产品化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「竞争态势」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不可替代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资深顾问的关键判断、客户沟通和现场取舍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可替代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资料整理、框架初稿、案例参考和标准页生产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的切口应是“基础提案工作台”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21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竞品矩阵说明:PPTAgent 应站在“策略深度 × 交付速度”的右上象限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「竞争态势」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横轴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从页面效率到策略深度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纵轴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从一次性生成到可追溯工作流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目标位置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比通用工具更懂品牌,比传统外包更快启动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22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心智地图上的空位是“懂品牌策划的方案 Agent”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「竞争态势」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左侧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模板型工具,速度快但策略浅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右侧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咨询服务,策略深但启动慢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空位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用方法论资产把两者连接起来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23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竞争小结:PPTAgent 不应证明自己会做 PPT,而应证明自己会做品牌方案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避开正面战场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模板、动效、办公入口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抢占新战场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品牌策划方法论、案例结构、可追溯判断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后续定位必须围绕“方案 Agent”展开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24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消费者画像要从“谁会用 AI”收窄到“谁必须交品牌方案”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「消费者画像」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主力人群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甲方品牌方 / 市场部人员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拓展人群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独立品牌策划顾问 / 小型咨询团队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暂缓人群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只想快速美化 PPT 的泛办公用户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主力用户的任务不是写页,而是把模糊资料变成能汇报的品牌判断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「消费者画像」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Who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品牌负责人、市场经理、老板助理型市场部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Why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需要快速形成定位、升级、年度规划等基础提案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Pain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缺方法论结构,外包太慢,内部方案不够像咨询案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26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拓展用户会把 PPTAgent 当作“初稿生产力”,而不是最终顾问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「消费者画像」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独立策划顾问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用它压缩资料整理和基础页生产时间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小型咨询团队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用它统一提案结构和模型语言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价值边界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它提供初稿和结构,关键取舍仍由人判断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27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暂不优先服务泛办公用户,反而能让定位更锋利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「消费者画像」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泛办公用户看重模板、速度和低价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品牌策划用户看重逻辑、证据和可交付结构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拒绝泛化是建立新品类心智的必要取舍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28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购买触发来自三个时刻:新品牌启动、品牌升级、年度方案压力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「消费心智」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启动时刻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需要从 0 到 1 建立定位和品牌屋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升级时刻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需要重新解释品类、人群和 RTB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汇报时刻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需要把资料变成横向翻页提案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29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用户心智抽屉里已有“AI PPT”,但缺“品牌方案 Agent”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「消费心智」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已有抽屉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PPT = 快速生成页面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待建抽屉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品牌方案 Agent = 生成咨询级品牌全案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沟通任务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把“PPT”从结果形态降级,把“品牌策划”升为核心价值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消费者分析小结:最值得抢的是市场部的“基础提案外包替代”任务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人群够窄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先抓品牌方 / 市场部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任务够痛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定位、升级、规划都需要结构化方案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价值够高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节省时间只是入口,提高方案质量才是付费理由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31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自身分析要检验一个问题:Seven 资产能否支撑“咨询级”承诺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研究策略思路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方法论、模型、知识全景图和案例库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流程线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Sub-Agent 分工与蓝图驱动组装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输出线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HTML PPT 能被浏览、分享、复盘和迭代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32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现有品牌资产的核心不是技术,而是Seven 私有资产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「品牌资产」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方法资产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/ 6 个品牌策略 Sub-Agent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案例资产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咨询级品牌全案 HTML 横向翻页 PPT / Seven 私有方法论资产库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流程资产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从输入表单到全案 deck 的可复现管线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33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当前沟通缺口在于容易讲成“生成 PPT”,没有讲清“生成品牌判断”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「品牌沟通」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旧表达风险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输入资料,输出 PPT,听起来像通用工具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新表达重点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输入商业事实,输出品牌策略方案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证明方式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展示蓝图、案例和每页证据链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34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消费者心智抽屉有限,PPTAgent 只能先抢一个最准确的名词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消费者心智抽屉有限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不能同时抢 AI PPT、咨询顾问、知识库、设计工具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优先名词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品牌全案 Agent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辅助解释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面向品牌策划场景的咨询级 PPT 生成框架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品牌优势来自“私有方法论 × 案例蓝图 × 自动化交付”的组合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「品牌优势」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私有方法论让内容不只是通用模型拼贴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案例蓝图让结构先像真实咨询案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自动化交付让基础提案成本和周期显著下降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护城河不是模型调用,而是越跑越厚的品牌策划资产库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「品牌优势」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模型可替换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Claude、OpenAI、Qwen 都只是执行层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资产可沉淀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方法论、案例、蓝图、校验和复盘会持续变厚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交付可复用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每个客户案例都能反哺下一次生成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自身分析小结:PPTAgent 有资格占“品牌全案 Agent”,但必须用案例证明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小结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Seven 私有资产是专业来源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风险点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如果页面逻辑乱,会立刻跌回 AI PPT 工具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用蓝图驱动每个方案类型的章节顺序和关键页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38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分析结论已经收束为一个定位假设:品牌策划方案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「分析结论」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通用生成拥挤,垂直策划仍有空位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竞争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传统服务慢且贵,通用工具浅且泛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自身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拥有方法论资产和可复现交付管线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39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3 开始把分析结论压成可被市场记住的定位系统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3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先给一句话定位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再给心智第一联想和传播口号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最后落到视觉、内容事件和触点节奏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是面向甲方品牌方 / 市场部人员的品牌策划方案 AI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定位语句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1577"/>
            <a:ext cx="1957237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1940994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5188"/>
            <a:ext cx="1940994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甲方品牌方 / 市场部人员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6035" y="1091577"/>
            <a:ext cx="1957237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156" y="1099000"/>
            <a:ext cx="1940994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Category Frame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74156" y="1375188"/>
            <a:ext cx="1940994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品牌策划方案 AI Agent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20728" y="1091577"/>
            <a:ext cx="1957237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8849" y="1099000"/>
            <a:ext cx="1940994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Key Benefit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8849" y="1375188"/>
            <a:ext cx="1940994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把客户资料转成咨询级品牌全案 HTML 横向翻页 PPT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675421" y="1091577"/>
            <a:ext cx="1957237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3542" y="1099000"/>
            <a:ext cx="1940994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83542" y="1375188"/>
            <a:ext cx="1940994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/ 6 个品牌策略 Sub-Agent / 咨询级品牌全案 HTML 横向翻页 PPT / Seven 私有方法论资产库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41</a:t>
            </a:r>
            <a:endParaRPr lang="en-US" sz="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1940994" cy="276125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4156" y="1099000"/>
            <a:ext cx="1940994" cy="276125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8849" y="1099000"/>
            <a:ext cx="1940994" cy="276125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83542" y="1099000"/>
            <a:ext cx="1940994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未来要被第一时间想起为“品牌全案 Agent”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「心智第一联想」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名词要短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品牌全案 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解释要准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不是替你美化页面,而是替你搭出品牌方案判断链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证据要硬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每页都能回到客户资料、方法论和案例蓝图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42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STP 应把市场部基础提案任务变成第一战场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「定位表达」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Segment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需要频繁做品牌方案的企业市场与品牌团队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Target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0-1 新品牌、品牌升级和年度规划场景下的甲方团队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Positioning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是面向甲方品牌方 / 市场部人员的品牌策划方案 AI Agent,用品牌方法论资产和 Agent 工作流把客户资料转成咨询级品牌方案 HTML 横向翻页 PPT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43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沟通落地要让“品牌策划”压过“PPT 生成”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沟通落地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视觉上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少讲模板,多讲方案蓝图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语言上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少讲自动生成,多讲咨询级判断链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内容上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用真实案例前后对比证明质量差异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44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360 度落地框架应围绕“输入资料到品牌全案”展开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沟通落地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看见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官网首屏直接出现品牌全案 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理解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展示行业、竞品、消费者、定位、品牌屋的路径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相信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 demo、复盘报告和可追溯 data_refs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45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传播口号建议:把品牌判断做成可交付方案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「传播口号」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清晰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直接讲“品牌判断”而不是抽象效率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可信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可被案例截图和实际 deck 支撑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延展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可用于官网、demo、销售话术和内容栏目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46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核心竞争力由四个 RTB 支撑,共同证明“咨询级”不是形容词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「核心竞争力」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方法论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体系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 个品牌策略 Sub-Agent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Seven 私有方法论资产库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11342" y="3022927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463" y="3029462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流程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9463" y="3306539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蓝图调度 Sub-Agent,按真实案例结构组装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47</a:t>
            </a:r>
            <a:endParaRPr lang="en-US" sz="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9463" y="3029462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消费沟通逻辑应从痛点开始,再承诺更好的基础提案工作流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「消费沟通逻辑」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Pain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资料很多、模型很多,但提案逻辑很难自己串起来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Gain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先得到一份像咨询案的结构化初稿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Proof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输出含蓝图页号、方法论、来源和 chunk_takeaway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48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视觉落地不需要假装完成设计,先定义能让设计师执行的识别 brief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沟通落地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核心视觉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蓝图、网格、横向翻页、证据链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气质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理性、专业、克制、咨询感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禁区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不要走花哨模板站和泛 AI 科技感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49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LOGO brief 应体现“方案架构”和“Agent 工作流”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「VI」-「LOGO」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图形方向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可用网格、分层卡片、路径节点表达方案结构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字体方向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无衬线、偏工具产品,避免过度咨询公司化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使用场景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官网、deck 封面、浏览器分享页、Agent 控制台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ICON 系统应服务 6 个 Sub-Agent 和 4 个方案 Part 的快速识别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「VI」-「ICON」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Sub-Agent 图标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行业、竞品、消费者、定位、建设、年度规划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图标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背景、分析、定位落地、总结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交互用途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让用户知道方案正在走到哪一步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51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主视 KV 应展示“从散乱资料到品牌全案”的转换感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「VI」-「主视」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画面左侧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客户资料、表单字段、案例页和方法论资产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画面中部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蓝图驱动的 Agent 流程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画面右侧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咨询级 HTML 横向翻页 PPT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52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营销落地的目标不是喊新品发布,而是让用户看见真实方案质量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沟通落地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核心资产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可打开的 demo deck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核心内容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每轮失败和修复复盘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核心渠道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官网、社媒长文、销售演示和社群试用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53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营销传播策略应采用“看点、燃点、焦点、触点”四层推进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「营销传播策略」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89991"/>
            <a:ext cx="1957237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看点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3602"/>
            <a:ext cx="1940994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公开挑战通用 AI PPT 的品牌策划盲区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6035" y="1089991"/>
            <a:ext cx="1957237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156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燃点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74156" y="1373602"/>
            <a:ext cx="1940994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用真实案例改造前后对比制造讨论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20728" y="1089991"/>
            <a:ext cx="1957237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8849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焦点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8849" y="1373602"/>
            <a:ext cx="1940994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按季度持续发布垂直方案类型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675421" y="1089991"/>
            <a:ext cx="1957237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3542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触点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83542" y="1373602"/>
            <a:ext cx="1940994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 demo、内容平台、顾问社群和私域转化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54</a:t>
            </a:r>
            <a:endParaRPr lang="en-US" sz="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1940994" cy="276125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4156" y="1099000"/>
            <a:ext cx="1940994" cy="276125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8849" y="1099000"/>
            <a:ext cx="1940994" cy="276125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83542" y="1099000"/>
            <a:ext cx="1940994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看点来自一个尖锐判断:AI PPT 不等于品牌方案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「看点」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权威视角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由 Seven 解释品牌方案的判断链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内容形式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拆解一份乱方案如何被蓝图重构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传播价值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让目标用户意识到“好看”不等于“能提案”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55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 IP 可以叫“把一份 AI PPT 改成咨询案”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「看点」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每期一个真实或虚拟客户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固定展示改造前、蓝图结构、关键页和复盘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让产品能力以案例形式被理解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56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燃点不是借热点,而是抓住“AI 交付到底能不能专业化”的行业争论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议题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生成内容从通用效率走向垂直专家系统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立场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用蓝图和案例约束 AI,不是放任模型自由发挥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失败复盘、review 分数和可追溯输出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57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第一层燃点:市场部正在被更多方案任务和更少外包预算夹击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现实压力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品牌升级、年度规划、汇报材料越来越多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资源限制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不是每个项目都能请 4A 或咨询团队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产品切口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接住基础提案工作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58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第二层燃点:AI 工具越多,专业判断反而越稀缺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用户不缺生成按钮,缺的是可信结构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泛工具降低了页面门槛,也放大了内容同质化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要把“方法论约束”变成可感知优势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59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BIG IDEA:让每个市场部先拥有一版咨询级品牌全案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89991"/>
            <a:ext cx="2639428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主张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3602"/>
            <a:ext cx="2623185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不是人人都变顾问,而是人人先拿到可讨论的专业初稿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89991"/>
            <a:ext cx="2639428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3602"/>
            <a:ext cx="2623185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资料输入、蓝图调度、Agent 生成、人工审阅、HTML 分享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89991"/>
            <a:ext cx="2639428" cy="706554"/>
          </a:xfrm>
          <a:prstGeom prst="roundRect">
            <a:avLst>
              <a:gd name="adj" fmla="val 8925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3602"/>
            <a:ext cx="2623185" cy="414187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把空白页压力变成结构化讨论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首场引爆动作应公开跑一次“PPTAgent 做 PPTAgent”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用自身品牌资料生成完整定位案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展示旧版混乱输出和新版蓝图输出差异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转化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开放少量内测,收集真实品牌资料继续迭代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1533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61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事件资产要持续化,每次 demo 都反哺蓝图和方法库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「燃点」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输入沉淀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客户资料结构化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过程沉淀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失败原因、review 结论和 prompt 修复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输出沉淀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案例库、黄金页和可复用销售素材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62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全年焦点应按“可信样板 → 垂直品类 → 付费转化 → 生态沉淀”推进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4011930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3995687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3995687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跑通样板和定位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20728" y="1092465"/>
            <a:ext cx="4011930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28849" y="1099000"/>
            <a:ext cx="3995687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28849" y="1376077"/>
            <a:ext cx="3995687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发布品牌定位 / 品牌建设两类方案 demo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1752195"/>
            <a:ext cx="4011930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1758730"/>
            <a:ext cx="3995687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035807"/>
            <a:ext cx="3995687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开放内测和顾问共创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620728" y="1752195"/>
            <a:ext cx="4011930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28849" y="1758730"/>
            <a:ext cx="3995687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28849" y="2035807"/>
            <a:ext cx="3995687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沉淀案例库与付费套餐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63</a:t>
            </a:r>
            <a:endParaRPr lang="en-US" sz="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3995687" cy="276125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8849" y="1099000"/>
            <a:ext cx="3995687" cy="276125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1758730"/>
            <a:ext cx="3995687" cy="276125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28849" y="1758730"/>
            <a:ext cx="3995687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 主题:先把“品牌全案 Agent”讲清楚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「焦点」-「Q1」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任务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完成官网首屏、定位页和 PPTAgent 自身 demo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解释为什么不是通用 AI PPT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指标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目标用户能一句话复述新品类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64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Q1 关键动作:发布一篇完整复盘,把失败变成可信证据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「焦点」-「Q1」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材料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旧版混乱 deck、新版蓝图 deck、Claude/Seven review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展示架构如何解决提案逻辑问题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CTA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邀请 10 个真实品牌做内测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65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 主题:用两类方案模板证明产品不是单点 demo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「焦点」-「Q2」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品牌定位案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适合既有品牌重新定位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品牌建设案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适合 0-1 新品牌起步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证明点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不同方案结构不同,不是同一模板换文案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66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Q2 关键动作:开放可浏览样板库,让用户先看结果再填表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「焦点」-「Q2」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样板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定位案、建设案、SmallRig MI 升级案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展示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关键页、品牌屋、策略链和渲染效果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收集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记录用户最想复用的页面类型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67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 主题:从产品 demo 进入真实客户工作流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「焦点」-「Q3」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内测对象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市场部、独立策划顾问、小型咨询团队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重点观察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他们在哪些页会改、哪些判断不信、哪些资料缺失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产品迭代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把高频修改变成表单字段和校验规则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68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Q3 关键动作:建立顾问共创机制,补足 AI 的判断边界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「焦点」-「Q3」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共创对象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Seven 与外部品牌顾问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共创内容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方案蓝图、黄金案例页、review 标准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从工具信任升级为方法论共同体信任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69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Q4 主题:把案例沉淀转成付费套餐和交付标准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「焦点」-「Q4」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套餐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定位案、建设案、年度规划案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输入要求、输出页数范围、人工 review 等级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增长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用案例库证明长期专业壁垒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70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下一年度起势动作应从“单案例可用”升级到“行业模板可复用”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「焦点」-「Q1」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行业模板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消费品、AI 工具、B2B 服务、实体连锁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复盘机制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每次交付后更新蓝图和案例库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长期目标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形成品牌策划 Agent 的事实标准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67434" y="4845718"/>
            <a:ext cx="64971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71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触点策略应让目标用户在四个场景反复看见同一承诺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「触点」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1957237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1940994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直接试看样板 deck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566035" y="1092465"/>
            <a:ext cx="1957237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74156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内容平台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574156" y="1376077"/>
            <a:ext cx="1940994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看复盘和方法论拆解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620728" y="1092465"/>
            <a:ext cx="1957237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28849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顾问社群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28849" y="1376077"/>
            <a:ext cx="1940994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看共创案例和专业讨论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6675421" y="1092465"/>
            <a:ext cx="1957237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83542" y="1099000"/>
            <a:ext cx="1940994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83542" y="1376077"/>
            <a:ext cx="1940994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拿自己的资料试跑一次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72</a:t>
            </a:r>
            <a:endParaRPr lang="en-US" sz="5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1940994" cy="276125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74156" y="1099000"/>
            <a:ext cx="1940994" cy="276125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28849" y="1099000"/>
            <a:ext cx="1940994" cy="276125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83542" y="1099000"/>
            <a:ext cx="1940994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线下和私域触点适合做“方案诊断会”,而不是产品发布会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「触点」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小型闭门会、品牌顾问工作坊、市场部内训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现场拆一份真实品牌资料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结果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输出一版蓝图结构和关键页示例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73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线上触点应围绕可打开的 HTML deck 建立信任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「触点」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官网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放完整 demo,不要只放功能介绍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内容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每篇文章嵌入关键页截图和生成逻辑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私域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让用户提交资料前先理解输出结构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74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 + 沟通落地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媒体和跨界触点可以借“AI 生成专业服务”的讨论切入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「触点」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媒体角度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AI 从内容生成走向专业工作流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跨界对象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品牌顾问、设计公司、创业服务机构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出圈方式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公开评测通用 AI PPT 与 PPTAgent 的策略深度差异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总结回顾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4 要把整案收束成一个品牌屋,方便内部对齐和外部传播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PART 4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回收分析结论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重申心智第一联想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03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输出 9 层品牌屋和最终 takeaway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76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总结回顾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最终分析结论:PPTAgent 的最大机会是定义“品牌策划方案 Agent”新品类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「分析结论」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行业给窗口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通用 AI PPT 红海成熟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用户给任务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市场部需要基础提案替代方案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1577"/>
            <a:ext cx="2639428" cy="844617"/>
          </a:xfrm>
          <a:prstGeom prst="roundRect">
            <a:avLst>
              <a:gd name="adj" fmla="val 6246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自身给证据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5188"/>
            <a:ext cx="2623185" cy="552249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客户资料 + 表单输入 + 6 个品牌策略 Sub-Agent + 咨询级品牌全案 HTML 横向翻页 PPT + Seven 私有方法论资产库可支撑咨询级输出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8297" y="4845718"/>
            <a:ext cx="73092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77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总结回顾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心智第一联想必须保持单一:PPTAgent = 品牌全案 Agent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「心智第一联想」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主名词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品牌全案 Agent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辅助解释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输入客户资料,输出咨询级品牌方案 HTML PPT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2465"/>
            <a:ext cx="2639428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排除误解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6077"/>
            <a:ext cx="2623185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不是模板站,不是纯设计工具,不是通用办公 AI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78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总结回顾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品牌屋把 PPTAgent 的 9 层结构压成一张可复用战略图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「品牌屋」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2675" y="1093163"/>
            <a:ext cx="2639428" cy="982679"/>
          </a:xfrm>
          <a:prstGeom prst="roundRect">
            <a:avLst>
              <a:gd name="adj" fmla="val 4614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0796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顶层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20796" y="1372714"/>
            <a:ext cx="2623185" cy="69843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愿景=让甲方品牌方 / 市场部人员拥有咨询级品牌方案能力 / 使命=把方法论资产产品化 / 价值观=专业判断先于页面生成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3252286" y="1093163"/>
            <a:ext cx="2639428" cy="982679"/>
          </a:xfrm>
          <a:prstGeom prst="roundRect">
            <a:avLst>
              <a:gd name="adj" fmla="val 4614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60408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中层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60408" y="1372714"/>
            <a:ext cx="2623185" cy="69843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定位=品牌策划方案 AI Agent / 口号=把品牌判断做成可交付方案 / 心智第一联想=品牌全案 Agent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991898" y="1093163"/>
            <a:ext cx="2639428" cy="982679"/>
          </a:xfrm>
          <a:prstGeom prst="roundRect">
            <a:avLst>
              <a:gd name="adj" fmla="val 4614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00019" y="1099000"/>
            <a:ext cx="2623185" cy="276125"/>
          </a:xfrm>
          <a:prstGeom prst="rect">
            <a:avLst/>
          </a:prstGeom>
          <a:solidFill>
            <a:srgbClr val="EEF2FF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002FA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底层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00019" y="1372714"/>
            <a:ext cx="2623185" cy="69843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RTB=客户资料 + 表单输入+6 个品牌策略 Sub-Agent+咨询级品牌全案 HTML 横向翻页 PPT+Seven 私有方法论资产库 / 产品承诺=客户资料到 HTML PPT / 护城河=策略资产持续迭代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246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79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796" y="1099000"/>
            <a:ext cx="2623185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260408" y="1099000"/>
            <a:ext cx="2623185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000019" y="1099000"/>
            <a:ext cx="2623185" cy="276125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186489" y="102870"/>
            <a:ext cx="8771021" cy="4937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186489" y="102870"/>
            <a:ext cx="8771021" cy="259882"/>
          </a:xfrm>
          <a:prstGeom prst="rect">
            <a:avLst/>
          </a:prstGeom>
          <a:solidFill>
            <a:srgbClr val="002FA7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7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</a:t>
            </a:r>
            <a:pPr algn="l" indent="0" marL="0">
              <a:lnSpc>
                <a:spcPts val="835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总结回顾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186489" y="361673"/>
            <a:ext cx="8771021" cy="600977"/>
          </a:xfrm>
          <a:prstGeom prst="rect">
            <a:avLst/>
          </a:prstGeom>
          <a:ln/>
        </p:spPr>
      </p:sp>
      <p:sp>
        <p:nvSpPr>
          <p:cNvPr id="6" name="Text 4"/>
          <p:cNvSpPr/>
          <p:nvPr/>
        </p:nvSpPr>
        <p:spPr>
          <a:xfrm>
            <a:off x="511342" y="475626"/>
            <a:ext cx="8121316" cy="235518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42"/>
              </a:lnSpc>
              <a:buNone/>
            </a:pPr>
            <a:r>
              <a:rPr lang="en-US" sz="15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PPTAgent 最终要卖的不是 PPT,而是品牌策划方案能力的可规模化交付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11342" y="742551"/>
            <a:ext cx="8121316" cy="129941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020"/>
              </a:lnSpc>
              <a:spcBef>
                <a:spcPts val="256"/>
              </a:spcBef>
              <a:buNone/>
            </a:pPr>
            <a:r>
              <a:rPr lang="en-US" sz="700" dirty="0">
                <a:solidFill>
                  <a:srgbClr val="6B728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品牌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511342" y="1092465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9463" y="1099000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短期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9463" y="1376077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用样板 deck 证明结构和内容质量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511342" y="1735952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9463" y="1742488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中期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19463" y="2019564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用真实客户案例沉淀蓝图和评审标准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11342" y="2379440"/>
            <a:ext cx="8121316" cy="560371"/>
          </a:xfrm>
          <a:prstGeom prst="roundRect">
            <a:avLst>
              <a:gd name="adj" fmla="val 14189"/>
            </a:avLst>
          </a:prstGeom>
          <a:ln w="8121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9463" y="2385975"/>
            <a:ext cx="8105073" cy="276125"/>
          </a:xfrm>
          <a:prstGeom prst="rect">
            <a:avLst/>
          </a:prstGeom>
          <a:solidFill>
            <a:srgbClr val="F3F4F6"/>
          </a:solidFill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1205"/>
              </a:lnSpc>
              <a:buNone/>
            </a:pPr>
            <a:r>
              <a:rPr lang="en-US" sz="800" b="1" dirty="0">
                <a:solidFill>
                  <a:srgbClr val="11182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长期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19463" y="2663051"/>
            <a:ext cx="8105073" cy="268003"/>
          </a:xfrm>
          <a:prstGeom prst="rect">
            <a:avLst/>
          </a:prstGeom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13"/>
              </a:lnSpc>
              <a:buNone/>
            </a:pPr>
            <a:r>
              <a:rPr lang="en-US" sz="700" dirty="0">
                <a:solidFill>
                  <a:srgbClr val="37415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成为市场部和品牌顾问的基础提案工作台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8550620" y="4845718"/>
            <a:ext cx="81213" cy="129941"/>
          </a:xfrm>
          <a:prstGeom prst="rect">
            <a:avLst/>
          </a:prstGeom>
          <a:ln/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00" dirty="0">
                <a:solidFill>
                  <a:srgbClr val="9CA3A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6489" y="361673"/>
            <a:ext cx="8771021" cy="600977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9463" y="1099000"/>
            <a:ext cx="8105073" cy="276125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9463" y="1742488"/>
            <a:ext cx="8105073" cy="276125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9463" y="2385975"/>
            <a:ext cx="8105073" cy="2761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80</Slides>
  <Notes>80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80</vt:i4>
      </vt:variant>
    </vt:vector>
  </HeadingPairs>
  <TitlesOfParts>
    <vt:vector size="8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2026-05-29T18:11:02Z</dcterms:created>
  <dcterms:modified xsi:type="dcterms:W3CDTF">2026-05-29T18:11:02Z</dcterms:modified>
</cp:coreProperties>
</file>